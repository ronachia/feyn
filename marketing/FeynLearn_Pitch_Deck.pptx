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NEUROAPRENDIZADO SIMPLES E EFETIVO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FeynLearn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474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jeito como você já aprendeu a falar — agora para o inglês.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Fase 1: Brasil / Inglês  ·  Julho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Ilusão de Conhecimento trava quem estuda sozinho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31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"Entendo tudo"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Ilusão de Conhecimento: reconhecer uma palavra é fácil — produzi-la sozinho, sem apoio, é outra história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331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333756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retenção quando você EXPLICA o que aprendeu, em vez de apenas revisar passivamente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331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33756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 e flashcards treinam reconhecimento — não a produção real de linguagem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processo com que você aprendeu a falar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40180" y="22860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14401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curto com timer de 60s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450592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10812" y="22860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210812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19272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19272" y="3657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explica com suas palavras — texto ou voz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33872" y="2450592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81444" y="22860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981444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9904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89904" y="3657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avalia clareza, cobertura e gaps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04504" y="2450592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52076" y="22860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9752076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60536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Mode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60536" y="3657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ensina a Teo, aluna virtual de IA (Premium)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233672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3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milhares de anos, todo ser humano aprende sua primeira língua do mesmo jeito: ouvindo, tentando, errando, sendo corrigido — sem estudar uma regra sequer. A neurociência só veio confirmar depois. O FeynLearn aplica esse neuroaprendizado simples e efetivo ao inglês, com IA no lugar da correção constante.</a:t>
            </a:r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o mesmo princípio que Richard Feynman usou para aprender português quando morou no Brasil (1951) e passou a dar aulas de física no nosso idioma.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Gamificação que mantém o engajamento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XP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por clareza alta, cobertura alta e por não usar o botão "Peek"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8745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2402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 de +10% para sequências acima de 3 dias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200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Níveis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661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Beginner a Grandmaster, com cores e identidade visual próprias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246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3200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35661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Warrior, Clarity Master, Completionist, Gap Fixer e mais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DE MARCA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Teo: o rosto social da marca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6596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nome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"FeynLearn" é difícil de pronunciar para um brasileiro (Féin? Fain? Fêin?) — falha no teste do telefone. Trocar o nome nesta fase seria custoso e desnecessário.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dois papéis, um para cada canal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nome institucional: App Store, imprensa, pitch. Onde é lido, não falado.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personagem social: carrega a comunicação falada, onde a pronúncia do nome seria fricção.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52400" dist="50800" dir="5400000">
              <a:srgbClr val="6D28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2402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precedente: o Duo do Duolingo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788920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carrega o reconhecimento no dia a dia não é a palavra "Duolingo" — é a coruja "Duo", que virou meme e tem personalidade própria. O Teo pode cumprir esse papel para o FeynLearn: reage quando o usuário explica bem ou mal, tem voz e trejeito próprios no conteúdo social.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8463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da auditoria multi-especialista do Brand Squad (Naming Strategist + Al Ries + Byron Sharp).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em forte expansão, turbinado por 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US$ 15,8 bi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de aprendizado de inglês em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21031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286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US$ 121,9 bi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de tamanho de mercado até 2035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21031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286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8388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projetado (2026–2035) para o setor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driver: plataformas de IA (como Duolingo e Babbel) usam dados em tempo real para personalizar feedback — exatamente a proposta central do FeynLearn, com um diferencial: o aluno pratica produção ativa de linguagem, não apenas reconhecimento.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COMPETITIVO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 Duolingo e o Cambly — sem os pontos fracos de nenhum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R$ 14,99–33,33/mês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forte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custo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produção de fala real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reconhecimento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240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R$ 250–800/mês (uso real)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humano nativo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Conversação real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 e depende de agenda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gamificação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52400" dist="50800" dir="5400000">
              <a:srgbClr val="6D28D9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240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R$ 59,90/mês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24/7, sem agenda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ativa de linguagem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completa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do custo de um tutor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com upsell claro para Premium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lições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via texto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análises de IA por dia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badges e streaks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5532120" cy="4069080"/>
          </a:xfrm>
          <a:prstGeom prst="roundRect">
            <a:avLst>
              <a:gd name="adj" fmla="val 269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77800" dist="50800" dir="5400000">
              <a:srgbClr val="6D28D9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 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OFF — Lançamento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R$ 59,90</a:t>
            </a:r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/mês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R$ 598,80/ano (de R$ 1.078,80) — equivale a R$ 49,90/mês, 2 meses grátis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— explicação por voz (Whisper)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Mode — ensine a Teo, aluna de IA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lições custom com IA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de IA ilimitadas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em nuvem multi-device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dias: da preparação à escala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Perfis, landing page, primeiros 10 vídeos, analytics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3–6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orgânico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40233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TikTok, edutainment, micro-influenciadores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7–10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paga (teste)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0233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Ads + Meta Ads, validação de CAC por persona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8116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11–13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81160" y="3337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81160" y="40233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dos criativos vencedores, otimização do funil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já validado tecnicamente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completo: ler → explicar → feedback de IA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(Whisper) e Teach Mode (Teo)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Gamificação: XP, badges, streaks, 6 níveis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lições pré-criadas em 5 categorias (em expansão contínua)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seguro (Edge Functions + Supabase)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via Mercado Pago (PIX/Boleto/Cartão)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progresso / Próximo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228600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nativo (Capacitor/Android e iOS)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(repetição espaçada) para revisão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— compartilhamento de explicações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de IA proativo com notificações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espanhol e francês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FeynLearn — Pitch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ensinar o Brasil a falar inglês.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imediato: validar product-market fit no Brasil e atingir as primeiras 1.000 instalações em 90 dias.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ronaldo.chiarelli@gmail.com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2026-07-17T05:27:34Z</dcterms:created>
  <dcterms:modified xsi:type="dcterms:W3CDTF">2026-07-17T05:27:34Z</dcterms:modified>
</cp:coreProperties>
</file>